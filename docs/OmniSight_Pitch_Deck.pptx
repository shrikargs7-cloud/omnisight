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4" Type="http://schemas.openxmlformats.org/officeDocument/2006/relationships/viewProps" Target="viewProps.xml" /><Relationship Id="rId13" Type="http://schemas.openxmlformats.org/officeDocument/2006/relationships/presProps" Target="presProps.xml" /><Relationship Id="rId1" Type="http://schemas.openxmlformats.org/officeDocument/2006/relationships/slideMaster" Target="slideMasters/slideMaster1.xml" /><Relationship Id="rId16" Type="http://schemas.openxmlformats.org/officeDocument/2006/relationships/tableStyles" Target="tableStyles.xml" /><Relationship Id="rId1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OMNISIGHT - Hackathon Pitch Deck</a:t>
            </a:r>
          </a:p>
        </p:txBody>
      </p:sp>
      <p:sp>
        <p:nvSpPr>
          <p:cNvPr id="3" name="Content Placeholder 2"/>
          <p:cNvSpPr>
            <a:spLocks noGrp="1"/>
          </p:cNvSpPr>
          <p:nvPr>
            <p:ph idx="1"/>
          </p:nvPr>
        </p:nvSpPr>
        <p:spPr/>
        <p:txBody>
          <a:bodyPr/>
          <a:lstStyle/>
          <a:p>
            <a:pPr lvl="0" indent="0" marL="1270000">
              <a:buNone/>
            </a:pPr>
            <a:r>
              <a:rPr sz="2000" b="1"/>
              <a:t>Presenter Note:</a:t>
            </a:r>
            <a:r>
              <a:rPr sz="2000"/>
              <a:t> This Markdown document is designed to be easily copy-pasted into presentation software like Canva, Pitch.com, or PowerPoint. Each section represents a single slide. Keep your verbal pitch energetic and focused on the </a:t>
            </a:r>
            <a:r>
              <a:rPr sz="2000" i="1"/>
              <a:t>time saved</a:t>
            </a:r>
            <a:r>
              <a:rPr sz="2000"/>
              <a:t> and the </a:t>
            </a:r>
            <a:r>
              <a:rPr sz="2000" i="1"/>
              <a:t>scale of the data</a:t>
            </a:r>
            <a:r>
              <a:rPr sz="2000"/>
              <a: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 Title Slide</a:t>
            </a:r>
          </a:p>
          <a:p>
            <a:pPr lvl="0" indent="0" marL="0">
              <a:buNone/>
            </a:pPr>
            <a:r>
              <a:rPr b="1"/>
              <a:t>Visual:</a:t>
            </a:r>
            <a:r>
              <a:rPr/>
              <a:t> - A sleek, dark-mode background with a glowing hex pattern. - Large central logo: </a:t>
            </a:r>
            <a:r>
              <a:rPr>
                <a:latin typeface="Courier"/>
              </a:rPr>
              <a:t>🛡️ OMNISIGHT</a:t>
            </a:r>
            <a:r>
              <a:rPr/>
              <a:t> - Subtitle: “The First Autonomous, Agentic Enterprise Market Intelligence Platform.” - Logos at the bottom: “Powered by SerpApi &amp; Google Gemini”</a:t>
            </a:r>
          </a:p>
          <a:p>
            <a:pPr lvl="0" indent="0" marL="0">
              <a:buNone/>
            </a:pPr>
            <a:r>
              <a:rPr b="1"/>
              <a:t>Speaker Script:</a:t>
            </a:r>
            <a:r>
              <a:rPr/>
              <a:t> &gt; “Good morning judges. We are OmniSight. In today’s hyper-competitive market, identifying a profitable business gap takes weeks of manual scraping, trend analysis, and margin calculation. Today, we are killing manual research forever.”</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2: The Problem (The Research Void)</a:t>
            </a:r>
          </a:p>
          <a:p>
            <a:pPr lvl="0" indent="0" marL="0">
              <a:buNone/>
            </a:pPr>
            <a:r>
              <a:rPr b="1"/>
              <a:t>Visual:</a:t>
            </a:r>
            <a:r>
              <a:rPr/>
              <a:t> - A chaotic graphic showing a stressed founder surrounded by endless Excel sheets, Google search bars, and disconnected analytics tools. - </a:t>
            </a:r>
            <a:r>
              <a:rPr b="1"/>
              <a:t>Key Stat:</a:t>
            </a:r>
            <a:r>
              <a:rPr/>
              <a:t> “Founders spend an average of 40 hours just validating a single product idea.”</a:t>
            </a:r>
          </a:p>
          <a:p>
            <a:pPr lvl="0" indent="0" marL="0">
              <a:buNone/>
            </a:pPr>
            <a:r>
              <a:rPr b="1"/>
              <a:t>Speaker Script:</a:t>
            </a:r>
            <a:r>
              <a:rPr/>
              <a:t> &gt; “When a modern dropshipper, agency, or hedge fund wants to enter a new market, they hit a wall. They have to manually scrape Google Trends for historical viability, cross-reference Google Shopping for retail ceilings, and dig through ‘People Also Ask’ to find SEO gaps. It’s fragmented, slow, and prone to human error.”</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3: The OmniSight Solution</a:t>
            </a:r>
          </a:p>
          <a:p>
            <a:pPr lvl="0" indent="0" marL="0">
              <a:buNone/>
            </a:pPr>
            <a:r>
              <a:rPr b="1"/>
              <a:t>Visual:</a:t>
            </a:r>
            <a:r>
              <a:rPr/>
              <a:t> - Clean, high-contrast screenshot of the OmniSight Dashboard (Dark Mode). - Three floating badges: 1. ⚡️ Instant Aggregation 2. 🧠 Agentic AI Synthesis 3. 📈 Predictive Roadmaps</a:t>
            </a:r>
          </a:p>
          <a:p>
            <a:pPr lvl="0" indent="0" marL="0">
              <a:buNone/>
            </a:pPr>
            <a:r>
              <a:rPr b="1"/>
              <a:t>Speaker Script:</a:t>
            </a:r>
            <a:r>
              <a:rPr/>
              <a:t> &gt; “Enter OmniSight. A unified intelligence command center that transforms a single keyword into a comprehensive, multi-phase startup blueprint in under 3 seconds. We don’t just show you data; our autonomous AI agent </a:t>
            </a:r>
            <a:r>
              <a:rPr i="1"/>
              <a:t>interprets</a:t>
            </a:r>
            <a:r>
              <a:rPr/>
              <a:t> it and builds a strategy for you.”</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4: The 5-Engine Orchestration (Powered by SerpApi)</a:t>
            </a:r>
          </a:p>
          <a:p>
            <a:pPr lvl="0" indent="0" marL="0">
              <a:buNone/>
            </a:pPr>
            <a:r>
              <a:rPr b="1"/>
              <a:t>Visual:</a:t>
            </a:r>
            <a:r>
              <a:rPr/>
              <a:t> - A massive node-diagram showing a central “OmniSight Core” blasting out queries to 5 SerpApi nodes. - </a:t>
            </a:r>
            <a:r>
              <a:rPr b="1"/>
              <a:t>Node 1:</a:t>
            </a:r>
            <a:r>
              <a:rPr/>
              <a:t> Google Trends (Macro-Stability) - </a:t>
            </a:r>
            <a:r>
              <a:rPr b="1"/>
              <a:t>Node 2:</a:t>
            </a:r>
            <a:r>
              <a:rPr/>
              <a:t> Google Shopping (Retail Arbitrage) - </a:t>
            </a:r>
            <a:r>
              <a:rPr b="1"/>
              <a:t>Node 3:</a:t>
            </a:r>
            <a:r>
              <a:rPr/>
              <a:t> Google Organic (SEO Intent) - </a:t>
            </a:r>
            <a:r>
              <a:rPr b="1"/>
              <a:t>Node 4:</a:t>
            </a:r>
            <a:r>
              <a:rPr/>
              <a:t> Google News (Brand Safety) - </a:t>
            </a:r>
            <a:r>
              <a:rPr b="1"/>
              <a:t>Node 5:</a:t>
            </a:r>
            <a:r>
              <a:rPr/>
              <a:t> YouTube (Media Sentiment)</a:t>
            </a:r>
          </a:p>
          <a:p>
            <a:pPr lvl="0" indent="0" marL="0">
              <a:buNone/>
            </a:pPr>
            <a:r>
              <a:rPr b="1"/>
              <a:t>Speaker Script:</a:t>
            </a:r>
            <a:r>
              <a:rPr/>
              <a:t> &gt; “To achieve this, we pushed the SerpApi infrastructure to its absolute limit. When you hit ‘Execute’, OmniSight fires concurrent, asynchronous requests across 5 distinct Google engines. We pull everything from 10-year historical trend data to live retail pricing arrays instantly.”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5: The AI Brain (Powered by Google Gemini)</a:t>
            </a:r>
          </a:p>
          <a:p>
            <a:pPr lvl="0" indent="0" marL="0">
              <a:buNone/>
            </a:pPr>
            <a:r>
              <a:rPr b="1"/>
              <a:t>Visual:</a:t>
            </a:r>
            <a:r>
              <a:rPr/>
              <a:t> - A split screen. Left side: Raw, messy JSON from SerpApi. Right side: A beautiful, structured JSON schema lighting up. - Text: “Turning Raw JSON into Strategic Gold.”</a:t>
            </a:r>
          </a:p>
          <a:p>
            <a:pPr lvl="0" indent="0" marL="0">
              <a:buNone/>
            </a:pPr>
            <a:r>
              <a:rPr b="1"/>
              <a:t>Speaker Script:</a:t>
            </a:r>
            <a:r>
              <a:rPr/>
              <a:t> &gt; “But raw data isn’t enough. We built a custom Next.js orchestration route that compresses this massive SerpApi payload and feeds it directly into Google Gemini. Gemini acts as our elite market strategist, enforcing a strict JSON schema to generate aggressive, bespoke business roadmaps on the fly.”</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6: Product Demo - The Dashboard</a:t>
            </a:r>
          </a:p>
          <a:p>
            <a:pPr lvl="0" indent="0" marL="0">
              <a:buNone/>
            </a:pPr>
            <a:r>
              <a:rPr b="1"/>
              <a:t>Visual:</a:t>
            </a:r>
            <a:r>
              <a:rPr/>
              <a:t> - GIF or Video embedded showing the </a:t>
            </a:r>
            <a:r>
              <a:rPr b="1"/>
              <a:t>Market Radar</a:t>
            </a:r>
            <a:r>
              <a:rPr/>
              <a:t> and </a:t>
            </a:r>
            <a:r>
              <a:rPr b="1"/>
              <a:t>Interactive SEO Threat Web</a:t>
            </a:r>
            <a:r>
              <a:rPr/>
              <a:t>. - Highlight the </a:t>
            </a:r>
            <a:r>
              <a:rPr>
                <a:latin typeface="Courier"/>
              </a:rPr>
              <a:t>ReactFlow</a:t>
            </a:r>
            <a:r>
              <a:rPr/>
              <a:t> graph.</a:t>
            </a:r>
          </a:p>
          <a:p>
            <a:pPr lvl="0" indent="0" marL="0">
              <a:buNone/>
            </a:pPr>
            <a:r>
              <a:rPr b="1"/>
              <a:t>Speaker Script:</a:t>
            </a:r>
            <a:r>
              <a:rPr/>
              <a:t> &gt; “Let’s look at the product. The dashboard instantly generates an Interactive SEO Threat Web—a visual mind-map built from live ‘People Also Ask’ data. Click any node, and OmniSight simulates enterprise metrics like Keyword Difficulty and CPC, allowing you to bypass saturated head-keywords and target lucrative long-tail gaps.”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7: Product Demo - The AI Blueprint</a:t>
            </a:r>
          </a:p>
          <a:p>
            <a:pPr lvl="0" indent="0" marL="0">
              <a:buNone/>
            </a:pPr>
            <a:r>
              <a:rPr b="1"/>
              <a:t>Visual:</a:t>
            </a:r>
            <a:r>
              <a:rPr/>
              <a:t> - Screenshot of the “Startup Blueprint” tab featuring the “Executive Summary”, “Market Gap Analysis”, and “Visual Roadmap”.</a:t>
            </a:r>
          </a:p>
          <a:p>
            <a:pPr lvl="0" indent="0" marL="0">
              <a:buNone/>
            </a:pPr>
            <a:r>
              <a:rPr b="1"/>
              <a:t>Speaker Script:</a:t>
            </a:r>
            <a:r>
              <a:rPr/>
              <a:t> &gt; “And here is our crown jewel: The Autonomous AI Blueprint. Because we enforced strict JSON generation, Gemini actually writes the content for this beautiful tabbed interface. It tells you exactly what’s going well, what needs attention, and gives you a 12-month execution phase plan—all based entirely on the live search data pulled milliseconds prior.”</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8: Business Viability &amp; Market Size</a:t>
            </a:r>
          </a:p>
          <a:p>
            <a:pPr lvl="0" indent="0" marL="0">
              <a:buNone/>
            </a:pPr>
            <a:r>
              <a:rPr b="1"/>
              <a:t>Visual:</a:t>
            </a:r>
            <a:r>
              <a:rPr/>
              <a:t> - A pie chart or large typography emphasizing the TAM (Total Addressable Market). - Target Audiences: E-commerce Founders, Hedge Funds, Marketing Agencies. - Monetization: “SaaS Subscription: $99/mo | Enterprise API: Custom”</a:t>
            </a:r>
          </a:p>
          <a:p>
            <a:pPr lvl="0" indent="0" marL="0">
              <a:buNone/>
            </a:pPr>
            <a:r>
              <a:rPr b="1"/>
              <a:t>Speaker Script:</a:t>
            </a:r>
            <a:r>
              <a:rPr/>
              <a:t> &gt; “The market for competitive intelligence is a $50B industry. By positioning OmniSight as an affordable B2B SaaS, we democratize elite-level data analysis for indie hackers, dropshippers, and small marketing agencies who can’t afford $10,000 enterprise licenses.”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9: Technical Stack</a:t>
            </a:r>
          </a:p>
          <a:p>
            <a:pPr lvl="0" indent="0" marL="0">
              <a:buNone/>
            </a:pPr>
            <a:r>
              <a:rPr b="1"/>
              <a:t>Visual:</a:t>
            </a:r>
            <a:r>
              <a:rPr/>
              <a:t> - Clean grid of logos: Next.js 14, SerpApi, Google Gemini, Tailwind CSS, Recharts, ReactFlow, Vercel.</a:t>
            </a:r>
          </a:p>
          <a:p>
            <a:pPr lvl="0" indent="0" marL="0">
              <a:buNone/>
            </a:pPr>
            <a:r>
              <a:rPr b="1"/>
              <a:t>Speaker Script:</a:t>
            </a:r>
            <a:r>
              <a:rPr/>
              <a:t> &gt; “Our architecture is modern and completely serverless. Built on Next.js 14 App Router, styled with Tailwind CSS, and powered by secure API routes that mask our API keys and handle the heavy concurrent Promise lifting.”</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10: Conclusion &amp; Future Roadmap</a:t>
            </a:r>
          </a:p>
          <a:p>
            <a:pPr lvl="0" indent="0" marL="0">
              <a:buNone/>
            </a:pPr>
            <a:r>
              <a:rPr b="1"/>
              <a:t>Visual:</a:t>
            </a:r>
            <a:r>
              <a:rPr/>
              <a:t> - A timeline arrow pointing forward. - Q1: Auto-Deployment of Landing Pages. - Q2: Social Media (TikTok/X) Scraper integration. - Q3: Automated Supplier Matching (Alibaba API).</a:t>
            </a:r>
          </a:p>
          <a:p>
            <a:pPr lvl="0" indent="0" marL="0">
              <a:buNone/>
            </a:pPr>
            <a:r>
              <a:rPr b="1"/>
              <a:t>Speaker Script:</a:t>
            </a:r>
            <a:r>
              <a:rPr/>
              <a:t> &gt; “We’ve built a platform that thinks. In the future, OmniSight won’t just generate the plan, it will execute it—automatically deploying Shopify templates and matching you with Alibaba suppliers based on the AI’s findings. Thank you, we are OmniSight, and we are ready to take your questions.”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2026-10-09T16:46:35Z</dcterms:created>
  <dcterms:modified xsi:type="dcterms:W3CDTF">2026-10-09T16:46:35Z</dcterms:modified>
</cp:coreProperties>
</file>

<file path=docProps/custom.xml><?xml version="1.0" encoding="utf-8"?>
<Properties xmlns="http://schemas.openxmlformats.org/officeDocument/2006/custom-properties" xmlns:vt="http://schemas.openxmlformats.org/officeDocument/2006/docPropsVTypes"/>
</file>